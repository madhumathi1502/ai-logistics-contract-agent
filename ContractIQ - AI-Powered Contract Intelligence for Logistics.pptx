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8F29-DF30-85A4-747F-B5B036185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482FF-F7C4-8F5B-C75E-ADA5EC412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87AAC-CDB4-77C8-8048-2102B625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0E28F-9A27-CC11-D979-5107B610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913EF-580D-CDB9-836F-5E086A91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FF5D-36EB-3AD8-C085-038CD8A8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91FC-FF7C-51E4-7280-8B34F3B6F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E555F-4683-C3D1-C45F-97586E1D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7F2F7-AAE4-51F3-2B66-4BC83155B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A6AA-C18E-1CF8-5210-6B806374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7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5077-7BD5-4DCB-2B27-B0DE96C0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807C9-329B-3D2C-D4B7-EFD50292B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C0A42-CFE5-DB69-8460-85114F18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47062-A7BE-C6C3-B4B5-9D6341B8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68E95-F056-FA4E-5FAE-66594C09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82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87E8-50CA-255B-62BE-3F1CF44F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BB7C-BF1F-3D2C-CD8E-BFF77FB6C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A7984-C41E-5956-785B-6206DA447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0EE3C-5BFF-33BA-D0C3-3ADCF4F6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FD55A-66C7-589F-D164-54A7FB28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A2BF0-EB79-5D5F-335E-0807FB78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69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1E2C-0108-141B-3133-040F6954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052D5-44BA-1770-63D2-C6257424A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016E-911D-D81D-2191-82E355DB9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9549B-C29B-CD58-B7AC-036B37450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E7BA6-9725-798C-EB1C-E450B91A1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5E423-C564-0624-B873-78BEBEB8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76882-4CE7-5E56-64B0-442DA6269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2E342-7003-D3B7-B697-B4B2B827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99B8-84B1-C3FC-86AF-A3A2679D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0F921-8A8F-1C81-7FD4-6B4C0FE5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F468D-5325-0AF4-5523-592391F7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15CBB-FC63-E048-5CCD-BD80B0D5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04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36175-88F8-A568-073A-C895DBDD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56DDE-5BC0-094A-F038-25140650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580D4-93E0-3375-6D21-3639F90E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68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9E61-5D9B-1935-64CA-A137ACF3B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0F603-91AF-C985-1D45-EDB5BD1E6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F1132-F0DB-1371-98A3-665A7DAE7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69D8A-13AA-CFD6-ECF6-CF756F89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5F6EC-2211-61D4-6C49-DEAA2034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FA158-14CE-42BF-59E1-2856F77E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0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A5F9-D105-C953-FF7E-BA06626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945E23-7B3E-4A65-7718-057585C1C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07BFF-6E66-90E0-1C0D-C6C595560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BC64D-48BC-6AD8-5162-DCFCB62F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ABDA4-D62A-A47A-6FB1-762EEE9B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5A576-5714-789C-397A-8078C224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30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6535-1612-E353-6867-D3C1BC8C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A7798-0AD7-3F56-C8FD-3ECFAD321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AB6BC-ABED-E2C1-67B6-290326BC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0AE7-8649-AC44-8789-082810F3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DA0F-2174-F4FC-6E06-2CB81BC5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95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DE777-3CFD-92B1-FB34-33B4B2814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FA963-EA98-2DAD-F806-822A2246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8FFE9-1AD1-3449-A359-1560B2A1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502BC-51B1-A0D1-BD1D-C9BF24A2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3E33-330A-0FBA-AFEC-B414C8C9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53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7598D-7BF1-2884-5049-662F3157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65263-36BA-8F8B-A3C4-893C5A622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766F-9F27-39E9-5343-376864808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E4302-9254-4474-BBCB-11AE158F057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539C8-F634-94C3-B459-DAA650B1A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BD5EC-2C1A-3BAA-8FC1-4B9A2B8DC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7AD36-9C47-4EA3-BE87-A84130827F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6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BB26-6657-C1A9-161F-B381B3C6E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656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ContractIQ - AI-Powered Contract Intelligence for Logistics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2E18B-7150-D3D4-29F1-1A9D4979D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236121"/>
            <a:ext cx="9340645" cy="195531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Bashers  -  21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Giriprasanth 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GovindaRaja 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Rajesh 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Madhumathi 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 Institute of Science and Technology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06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270A-D22D-42D9-0E9C-F52DC7AA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2" y="109488"/>
            <a:ext cx="11098161" cy="104088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-Logistics Management is Broken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C29E-30E7-0849-A965-20D1599DE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40" y="1455176"/>
            <a:ext cx="11900719" cy="603075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Contracts: Carrier agreements (FedEx, UPS, Amazon) are dense and filled with hidden rules.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Deadlines: Shippers lose millions annually by missing narrow claim filing windows.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Tracking: Tracking delivery dates, damage reports, and claim limits across multiple carriers is a logistical nightmare.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Leakage: Unclaimed refunds for late deliveries or damages directly impact the bottom line.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13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68D0-48A1-20D3-BDEF-170A98FE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9C50-003E-3C78-C82A-3EBB3EED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122907"/>
            <a:ext cx="11795637" cy="95864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- ContractIQAn AI-Driven Compliance &amp; Recovery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2CF53-E4AF-EDF1-5B91-64009B5E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92" y="1356852"/>
            <a:ext cx="11930216" cy="59815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Analysis: Automatically extracts deadlines, liability limits, and operational rules from any PDF logistics contract.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Monitoring: Real-time tracking of shipments against contractual deadlines.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Alerts: Color-coded dashboards alert users to expiring claim windows (Critical, Warning, Upcoming).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Claims: AI assistants help draft and contextualize claim reports instantly.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23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4E86-6A5A-F79D-E194-B0592F39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5F9A-4ACE-5694-C087-5741354C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97" y="427708"/>
            <a:ext cx="11904406" cy="7226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&amp; DifferentiatorsWhy ContractIQ Stands Out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0D21-391D-EF51-9B45-BD3EA053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97" y="1484672"/>
            <a:ext cx="11904406" cy="59226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Architecture: Specialized AI agents (Contract Expert, Claim Assistant, Deadline Monitor) handle specific domains for higher accuracy.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Extraction Engine: Uses advanced LLMs (Google Gemini) for semantic understanding, with robust Regex fallbacks ensuring 100% uptime even during API rate limits.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Action-Oriented: We don't just store documents; we turn contract rules into automated, actionable database triggers.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Interface: Users can chat directly with their contracts to instantly know specific rules ("What's the FedEx claim deadline?").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193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2030-03DE-1F4D-B581-95C65C38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7BED-B439-3218-843B-FE0D180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299889"/>
            <a:ext cx="11979377" cy="89964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ApproachIntelligent &amp; Modular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FB45D-FD74-5755-DB9B-5BC1767FC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622323"/>
            <a:ext cx="11900719" cy="5853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Processing: PDF text extraction paired with automated data cleaning (null-byte purging) for secure database storage.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 Leveraging Google GenAI with strict JSON structural enforcement for predictable, programmatic outputs.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Processing: Non-blocking backend operations ensure responsive UI even when processing massive 50-page contracts.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Chat: RAG (Retrieval-Augmented Generation) feeds specific contract rules into the chat LLM for highly accurate, hallucination-free answers.</a:t>
            </a:r>
          </a:p>
          <a:p>
            <a:pPr>
              <a:lnSpc>
                <a:spcPct val="10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095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08739-B7F1-DCF9-323F-B2443F01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573D-5A86-6F03-95BD-060497CB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221230"/>
            <a:ext cx="11979377" cy="89964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StackModern, Fast, and Scalable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6867-780F-0299-BC21-E9BE8E1C5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" y="1120878"/>
            <a:ext cx="11979377" cy="60110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Streamlit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Modern UI with custom CSS, glassmorphism, responsive dataframes, and zero-reload state management.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FastAPI (Python)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High-performance, asynchronous REST API routing.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High-performance, asynchronous REST API routing.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Relational mapping of Carriers → Contracts → Rules → Shipments → Deadlines.	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Google Gemini 2.5 Flash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Fast token processing, structured JSON output, advanced reasoning.</a:t>
            </a:r>
          </a:p>
          <a:p>
            <a:pPr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43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6165-E307-7C61-A15F-C095CE6C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5BE0-5C15-1989-8599-C9677392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230"/>
            <a:ext cx="12048203" cy="7030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WorkflowEnd-to-End Automation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9DEA-B8FE-612E-F4BC-25B9DB45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11" y="1278195"/>
            <a:ext cx="11979377" cy="60110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Upload: User drops a Carrier PDF into the system.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Extract: Backend parses the PDF; the Contract Expert Agent maps rules to the database.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Entry: Shipments are logged natively or via auto-extracting tracking documents.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Monitor: The Deadline Monitor Agent cross-references shipments with Carrier rules, generating visual alerts.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Act: User interacts with the Claim Assistant Agent to initiate damage/late claims before deadlines expire.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47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4906-12F5-928A-E1AA-D749546D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4A75-CF5F-7FB4-BAE9-5143C632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230"/>
            <a:ext cx="12048203" cy="7030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WorkflowEnd-to-End Automation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9B70EC-CBDC-E640-D6D8-C5CF088BA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2" y="1922531"/>
            <a:ext cx="11979275" cy="265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9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C13E-ED5A-ECB9-C459-6645985D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D61D-5D42-E627-96F7-E76BEC88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9050"/>
            <a:ext cx="12048203" cy="7030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ScalabilityBuilt for Enterprise Growth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51EAF-7A95-A213-342D-D034062F2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11" y="1376517"/>
            <a:ext cx="11979377" cy="60110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Latency: FastAPI and AsyncPG can handle thousands of concurrent shipment updates.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AI: Primarily relies on Gemini's lightweight "Flash" models, keeping API token costs incredibly low.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Reliability: Engineered with manual fallback extraction systems so operations never halt during external API outages.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Extensible: The database and agent architectures make it trivial to add new agents (e.g., "Freight Auditor") or integrate external shipping APIs (e.g., Shippo/EasyPost).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09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4BA4-97A6-2CEA-6AA5-A3F8B578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3515-2FCC-1659-7ACD-1DB8DA1A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97" y="516198"/>
            <a:ext cx="12048203" cy="70300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Business BenefitsMeasurable ROI from Day 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E3F28-F0E2-2F0D-4E33-8F172E85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11" y="1602659"/>
            <a:ext cx="11979377" cy="60110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Recovery: Recoup 3-5% of total shipping spend by never missing a guaranteed service refund or damage claim.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Savings: Reduce hours spent reading contracts and manually tracking Excel spreadsheets down to seconds.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Compliance: Ensure specific operational requirements (e.g., specialized packaging rules, weight limits) are met to avoid carrier penalty fees.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Clarity: High-contrast, intuitive dashboards provide executives with immediate health checks on shipping operations.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21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3FD7-0EDC-F1AA-72F5-C2E56B04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B7AB-A1DF-3742-8A2C-AABE1C7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97" y="516198"/>
            <a:ext cx="12048203" cy="70300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StepsThe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of Logistics Intelligence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F641-82B2-F0C9-CFA0-9D3309D1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11" y="1602659"/>
            <a:ext cx="11979377" cy="60110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ContractIQ bridges the gap between static legal contracts and daily shipping operations.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live Carrier APIs for programmatic tracking.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OCR (Optical Character Recognition) for scanned, non-text PDFs.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platform to handle warehouse leasing and supplier contracts.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772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766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ContractIQ - AI-Powered Contract Intelligence for Logistics</vt:lpstr>
      <vt:lpstr>The Problem -Logistics Management is Broken</vt:lpstr>
      <vt:lpstr>Our Solution - ContractIQAn AI-Driven Compliance &amp; Recovery Platform</vt:lpstr>
      <vt:lpstr>Uniqueness &amp; DifferentiatorsWhy ContractIQ Stands Out</vt:lpstr>
      <vt:lpstr>Technical ApproachIntelligent &amp; Modular Design</vt:lpstr>
      <vt:lpstr>Technical StackModern, Fast, and Scalable</vt:lpstr>
      <vt:lpstr>System WorkflowEnd-to-End Automation</vt:lpstr>
      <vt:lpstr>System WorkflowEnd-to-End Automation</vt:lpstr>
      <vt:lpstr>Feasibility &amp; ScalabilityBuilt for Enterprise Growth</vt:lpstr>
      <vt:lpstr>Impact &amp; Business BenefitsMeasurable ROI from Day One</vt:lpstr>
      <vt:lpstr>Conclusion &amp; Next StepsThe Future of Logistics Intelligence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a.g.</dc:creator>
  <cp:lastModifiedBy>Raja a.g.</cp:lastModifiedBy>
  <cp:revision>1</cp:revision>
  <dcterms:created xsi:type="dcterms:W3CDTF">2026-03-13T00:54:37Z</dcterms:created>
  <dcterms:modified xsi:type="dcterms:W3CDTF">2026-03-13T01:16:22Z</dcterms:modified>
</cp:coreProperties>
</file>